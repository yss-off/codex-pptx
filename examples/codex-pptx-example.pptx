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示例数值</c:v>
                </c:pt>
              </c:strCache>
            </c:strRef>
          </c:tx>
          <c:spPr>
            <a:solidFill>
              <a:srgbClr val="22B8A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02A43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800" u="none">
                  <a:solidFill>
                    <a:srgbClr val="102A43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02A43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b"/>
        <c:majorGridlines>
          <c:spPr>
            <a:ln w="12700" cap="flat">
              <a:solidFill>
                <a:srgbClr val="DAE4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88A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5F8FA"/>
        </a:solidFill>
        <a:ln w="12700" cap="flat">
          <a:solidFill>
            <a:srgbClr val="F5F8FA"/>
          </a:solidFill>
        </a:ln>
        <a:effectLst/>
      </c:spPr>
    </c:plotArea>
    <c:plotVisOnly val="1"/>
    <c:dispBlanksAs val="span"/>
  </c:chart>
  <c:spPr>
    <a:solidFill>
      <a:srgbClr val="F5F8FA"/>
    </a:solidFill>
    <a:ln w="12700" cap="flat">
      <a:solidFill>
        <a:srgbClr val="F5F8F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94944"/>
            <a:ext cx="109728" cy="292608"/>
          </a:xfrm>
          <a:prstGeom prst="rect">
            <a:avLst/>
          </a:prstGeom>
          <a:solidFill>
            <a:srgbClr val="22B8A8"/>
          </a:solidFill>
          <a:ln w="12700">
            <a:solidFill>
              <a:srgbClr val="22B8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67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 PPTX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把内容，变成演示。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13816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7DC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 · 编辑 · 渲染 · 检查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13816" y="5907024"/>
            <a:ext cx="10561320" cy="0"/>
          </a:xfrm>
          <a:prstGeom prst="line">
            <a:avLst/>
          </a:prstGeom>
          <a:noFill/>
          <a:ln w="12700">
            <a:solidFill>
              <a:srgbClr val="345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从想法到清晰表达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25912" y="6080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 PPTX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789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原生图表，保留可编辑性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49808" y="1938528"/>
            <a:ext cx="54864" cy="347472"/>
          </a:xfrm>
          <a:prstGeom prst="rect">
            <a:avLst/>
          </a:prstGeom>
          <a:solidFill>
            <a:srgbClr val="22B8A8"/>
          </a:solidFill>
          <a:ln w="12700">
            <a:solidFill>
              <a:srgbClr val="22B8A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385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示例数据，非性能评测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68680" y="2624328"/>
          <a:ext cx="104241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6080760"/>
            <a:ext cx="10607040" cy="0"/>
          </a:xfrm>
          <a:prstGeom prst="line">
            <a:avLst/>
          </a:prstGeom>
          <a:noFill/>
          <a:ln w="12700">
            <a:solidFill>
              <a:srgbClr val="DAE4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6263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任意示例值  /  A = 10，B = 20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89920" y="623620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8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Codex 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把内容，变成演示。</dc:title>
  <dc:subject>CPU-only public README example; arbitrary values, not a benchmark</dc:subject>
  <dc:creator>Codex PPTX</dc:creator>
  <cp:lastModifiedBy>Codex PPTX</cp:lastModifiedBy>
  <cp:revision>1</cp:revision>
  <dcterms:created xsi:type="dcterms:W3CDTF">2026-10-24T13:28:51Z</dcterms:created>
  <dcterms:modified xsi:type="dcterms:W3CDTF">2026-10-24T13:28:51Z</dcterms:modified>
</cp:coreProperties>
</file>